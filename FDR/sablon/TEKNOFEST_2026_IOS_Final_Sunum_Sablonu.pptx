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"/>
  </p:notesMasterIdLst>
  <p:sldIdLst>
    <p:sldId id="272" r:id="rId2"/>
    <p:sldId id="274" r:id="rId3"/>
    <p:sldId id="275" r:id="rId4"/>
    <p:sldId id="276" r:id="rId5"/>
  </p:sldIdLst>
  <p:sldSz cx="18288000" cy="10287000"/>
  <p:notesSz cx="6858000" cy="9144000"/>
  <p:embeddedFontLst>
    <p:embeddedFont>
      <p:font typeface="Active Heart" panose="020B0604020202020204" charset="-128"/>
      <p:regular r:id="rId7"/>
    </p:embeddedFont>
    <p:embeddedFont>
      <p:font typeface="Aileron" panose="020B0604020202020204" charset="-94"/>
      <p:regular r:id="rId8"/>
    </p:embeddedFont>
    <p:embeddedFont>
      <p:font typeface="Aileron Bold" panose="020B0604020202020204" charset="-94"/>
      <p:regular r:id="rId9"/>
      <p:bold r:id="rId10"/>
    </p:embeddedFont>
    <p:embeddedFont>
      <p:font typeface="Aileron Ultra-Bold" panose="020B0604020202020204" charset="-94"/>
      <p:regular r:id="rId11"/>
      <p:bold r:id="rId12"/>
    </p:embeddedFont>
    <p:embeddedFont>
      <p:font typeface="Arial Black" panose="020B0A04020102020204" pitchFamily="34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495207-2648-AC9A-99DA-C80A0E75CDD1}" name="Elifnur ŞAHİN" initials="ENŞ" userId="Elifnur ŞAHİ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545" autoAdjust="0"/>
  </p:normalViewPr>
  <p:slideViewPr>
    <p:cSldViewPr>
      <p:cViewPr varScale="1">
        <p:scale>
          <a:sx n="70" d="100"/>
          <a:sy n="70" d="100"/>
        </p:scale>
        <p:origin x="77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7AD85-C95A-47BC-BCFD-C1B15262990C}" type="datetimeFigureOut">
              <a:rPr lang="tr-TR" smtClean="0"/>
              <a:t>10.09.2026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9112B-7CC0-4E3B-B9EF-BE7B1F463F6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691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CC965D-C147-4619-915A-6E6CB58E6415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4299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21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0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1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9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74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96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1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4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3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68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50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417379" y="244324"/>
            <a:ext cx="14097000" cy="1450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400" b="1" i="0" u="none" strike="noStrike" kern="1200" cap="none" spc="0" normalizeH="0" baseline="0" noProof="0" dirty="0">
                <a:ln>
                  <a:solidFill>
                    <a:srgbClr val="00206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YARIŞMASI FİNAL AŞAMASI</a:t>
            </a:r>
            <a:endParaRPr kumimoji="0" lang="en-US" sz="4400" b="1" i="0" u="none" strike="noStrike" kern="1200" cap="none" spc="0" normalizeH="0" baseline="0" noProof="0" dirty="0">
              <a:ln>
                <a:solidFill>
                  <a:srgbClr val="002060"/>
                </a:solidFill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solidFill>
                    <a:srgbClr val="00206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PROJE SUNUMU</a:t>
            </a:r>
          </a:p>
        </p:txBody>
      </p:sp>
      <p:sp>
        <p:nvSpPr>
          <p:cNvPr id="4" name="Freeform 4"/>
          <p:cNvSpPr/>
          <p:nvPr/>
        </p:nvSpPr>
        <p:spPr>
          <a:xfrm>
            <a:off x="11615131" y="1748495"/>
            <a:ext cx="397785" cy="423176"/>
          </a:xfrm>
          <a:custGeom>
            <a:avLst/>
            <a:gdLst/>
            <a:ahLst/>
            <a:cxnLst/>
            <a:rect l="l" t="t" r="r" b="b"/>
            <a:pathLst>
              <a:path w="397785" h="423176">
                <a:moveTo>
                  <a:pt x="0" y="0"/>
                </a:moveTo>
                <a:lnTo>
                  <a:pt x="397786" y="0"/>
                </a:lnTo>
                <a:lnTo>
                  <a:pt x="397786" y="423176"/>
                </a:lnTo>
                <a:lnTo>
                  <a:pt x="0" y="4231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2857500"/>
            <a:ext cx="14238557" cy="4534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PROJE ADI: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3200" b="0" i="0" u="none" strike="noStrike" kern="1200" cap="none" spc="0" normalizeH="0" baseline="0" noProof="0" dirty="0">
              <a:ln>
                <a:solidFill>
                  <a:prstClr val="white"/>
                </a:solidFill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KONU BAŞLIĞI:</a:t>
            </a:r>
            <a:br>
              <a:rPr kumimoji="0" lang="tr-TR" sz="32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</a:br>
            <a:endParaRPr kumimoji="0" lang="en-US" sz="3200" b="0" i="0" u="none" strike="noStrike" kern="1200" cap="none" spc="0" normalizeH="0" baseline="0" noProof="0" dirty="0">
              <a:ln>
                <a:solidFill>
                  <a:prstClr val="white"/>
                </a:solidFill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TAKIM ADI: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solidFill>
                  <a:prstClr val="white"/>
                </a:solidFill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TAKIM ID: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solidFill>
                  <a:prstClr val="white"/>
                </a:solidFill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BAŞVURU ID: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4779" y="9604236"/>
            <a:ext cx="17602200" cy="621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*Bu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sayfa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kapak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sayfasıdır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İstenilen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bilgiler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doğru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şekilde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girilmelidir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Tüm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sayfalarda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olduğu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gibi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sayfa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aynı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şekilde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kullanılmalı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değişiklik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yapılmamalıdır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(Bu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açıklama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silinmelidir</a:t>
            </a:r>
            <a:r>
              <a:rPr kumimoji="0" 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Aileron Bold"/>
                <a:ea typeface="+mn-ea"/>
                <a:cs typeface="+mn-cs"/>
              </a:rPr>
              <a:t>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9">
            <a:extLst>
              <a:ext uri="{FF2B5EF4-FFF2-40B4-BE49-F238E27FC236}">
                <a16:creationId xmlns:a16="http://schemas.microsoft.com/office/drawing/2014/main" id="{BE803B92-EF9A-F13C-BEF5-CCD50BE44B64}"/>
              </a:ext>
            </a:extLst>
          </p:cNvPr>
          <p:cNvSpPr/>
          <p:nvPr/>
        </p:nvSpPr>
        <p:spPr>
          <a:xfrm>
            <a:off x="11433791" y="5161080"/>
            <a:ext cx="3603191" cy="12163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AutoShape 20">
            <a:extLst>
              <a:ext uri="{FF2B5EF4-FFF2-40B4-BE49-F238E27FC236}">
                <a16:creationId xmlns:a16="http://schemas.microsoft.com/office/drawing/2014/main" id="{FE2CE7AC-4DC0-90F7-D5E1-EB1A8115752B}"/>
              </a:ext>
            </a:extLst>
          </p:cNvPr>
          <p:cNvSpPr/>
          <p:nvPr/>
        </p:nvSpPr>
        <p:spPr>
          <a:xfrm>
            <a:off x="7107505" y="5161080"/>
            <a:ext cx="3600486" cy="12163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AutoShape 21">
            <a:extLst>
              <a:ext uri="{FF2B5EF4-FFF2-40B4-BE49-F238E27FC236}">
                <a16:creationId xmlns:a16="http://schemas.microsoft.com/office/drawing/2014/main" id="{46422C15-799E-5EB7-B5E9-8BA9C4EEDF49}"/>
              </a:ext>
            </a:extLst>
          </p:cNvPr>
          <p:cNvSpPr/>
          <p:nvPr/>
        </p:nvSpPr>
        <p:spPr>
          <a:xfrm>
            <a:off x="11433791" y="3827439"/>
            <a:ext cx="3603191" cy="1216358"/>
          </a:xfrm>
          <a:prstGeom prst="rect">
            <a:avLst/>
          </a:prstGeom>
          <a:solidFill>
            <a:schemeClr val="tx2">
              <a:lumMod val="60000"/>
              <a:lumOff val="40000"/>
              <a:alpha val="80000"/>
            </a:scheme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AutoShape 22">
            <a:extLst>
              <a:ext uri="{FF2B5EF4-FFF2-40B4-BE49-F238E27FC236}">
                <a16:creationId xmlns:a16="http://schemas.microsoft.com/office/drawing/2014/main" id="{29698772-78D0-19B9-C8AD-A4D017804E8D}"/>
              </a:ext>
            </a:extLst>
          </p:cNvPr>
          <p:cNvSpPr/>
          <p:nvPr/>
        </p:nvSpPr>
        <p:spPr>
          <a:xfrm>
            <a:off x="7107505" y="3827439"/>
            <a:ext cx="3600486" cy="1216358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cap="sq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AutoShape 32">
            <a:extLst>
              <a:ext uri="{FF2B5EF4-FFF2-40B4-BE49-F238E27FC236}">
                <a16:creationId xmlns:a16="http://schemas.microsoft.com/office/drawing/2014/main" id="{23F1317F-2868-2567-693C-FF66CA30A616}"/>
              </a:ext>
            </a:extLst>
          </p:cNvPr>
          <p:cNvSpPr/>
          <p:nvPr/>
        </p:nvSpPr>
        <p:spPr>
          <a:xfrm>
            <a:off x="7107505" y="6494721"/>
            <a:ext cx="3600486" cy="121635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52">
            <a:extLst>
              <a:ext uri="{FF2B5EF4-FFF2-40B4-BE49-F238E27FC236}">
                <a16:creationId xmlns:a16="http://schemas.microsoft.com/office/drawing/2014/main" id="{40CEBFA7-E227-1A7B-5E38-F1B3B7C96487}"/>
              </a:ext>
            </a:extLst>
          </p:cNvPr>
          <p:cNvSpPr>
            <a:spLocks/>
          </p:cNvSpPr>
          <p:nvPr/>
        </p:nvSpPr>
        <p:spPr>
          <a:xfrm rot="10800000">
            <a:off x="4669386" y="5593845"/>
            <a:ext cx="173874" cy="150401"/>
          </a:xfrm>
          <a:custGeom>
            <a:avLst/>
            <a:gdLst/>
            <a:ahLst/>
            <a:cxnLst/>
            <a:rect l="l" t="t" r="r" b="b"/>
            <a:pathLst>
              <a:path w="173874" h="150401">
                <a:moveTo>
                  <a:pt x="0" y="0"/>
                </a:moveTo>
                <a:lnTo>
                  <a:pt x="173873" y="0"/>
                </a:lnTo>
                <a:lnTo>
                  <a:pt x="173873" y="150401"/>
                </a:lnTo>
                <a:lnTo>
                  <a:pt x="0" y="150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62">
            <a:extLst>
              <a:ext uri="{FF2B5EF4-FFF2-40B4-BE49-F238E27FC236}">
                <a16:creationId xmlns:a16="http://schemas.microsoft.com/office/drawing/2014/main" id="{B6734464-CB7F-F25B-FB81-ABBBE28E3AD4}"/>
              </a:ext>
            </a:extLst>
          </p:cNvPr>
          <p:cNvSpPr txBox="1"/>
          <p:nvPr/>
        </p:nvSpPr>
        <p:spPr>
          <a:xfrm>
            <a:off x="3373318" y="3328800"/>
            <a:ext cx="2745589" cy="410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22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62" b="0" i="0" u="none" strike="noStrike" kern="1200" cap="none" spc="73" normalizeH="0" baseline="0" noProof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ileron Ultra-Bold"/>
                <a:ea typeface="+mn-ea"/>
                <a:cs typeface="+mn-cs"/>
              </a:rPr>
              <a:t>TAKIM YAPISI</a:t>
            </a:r>
          </a:p>
        </p:txBody>
      </p:sp>
      <p:sp>
        <p:nvSpPr>
          <p:cNvPr id="10" name="TextBox 63">
            <a:extLst>
              <a:ext uri="{FF2B5EF4-FFF2-40B4-BE49-F238E27FC236}">
                <a16:creationId xmlns:a16="http://schemas.microsoft.com/office/drawing/2014/main" id="{E6231985-CBD8-12DC-7371-FA8CDD9DA4CE}"/>
              </a:ext>
            </a:extLst>
          </p:cNvPr>
          <p:cNvSpPr txBox="1"/>
          <p:nvPr/>
        </p:nvSpPr>
        <p:spPr>
          <a:xfrm>
            <a:off x="8530137" y="3964547"/>
            <a:ext cx="1732974" cy="784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ileron"/>
                <a:ea typeface="+mn-ea"/>
                <a:cs typeface="+mn-cs"/>
              </a:rPr>
              <a:t>ÜYE 1         TAKIMDAKİ GÖREVİ EĞİTİM BİLGİSİ</a:t>
            </a:r>
          </a:p>
        </p:txBody>
      </p:sp>
      <p:sp>
        <p:nvSpPr>
          <p:cNvPr id="11" name="TextBox 64">
            <a:extLst>
              <a:ext uri="{FF2B5EF4-FFF2-40B4-BE49-F238E27FC236}">
                <a16:creationId xmlns:a16="http://schemas.microsoft.com/office/drawing/2014/main" id="{79209DF3-FE1B-A12B-0DEF-9F89D2C74505}"/>
              </a:ext>
            </a:extLst>
          </p:cNvPr>
          <p:cNvSpPr txBox="1"/>
          <p:nvPr/>
        </p:nvSpPr>
        <p:spPr>
          <a:xfrm>
            <a:off x="3769415" y="5248350"/>
            <a:ext cx="1959088" cy="234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36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ileron Bold"/>
                <a:ea typeface="+mn-ea"/>
                <a:cs typeface="+mn-cs"/>
              </a:rPr>
              <a:t>TAKIM DANIŞMANI</a:t>
            </a:r>
            <a:endParaRPr kumimoji="0" lang="en-US" sz="1436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ileron Bold"/>
              <a:ea typeface="+mn-ea"/>
              <a:cs typeface="+mn-cs"/>
            </a:endParaRPr>
          </a:p>
        </p:txBody>
      </p:sp>
      <p:sp>
        <p:nvSpPr>
          <p:cNvPr id="12" name="TextBox 65">
            <a:extLst>
              <a:ext uri="{FF2B5EF4-FFF2-40B4-BE49-F238E27FC236}">
                <a16:creationId xmlns:a16="http://schemas.microsoft.com/office/drawing/2014/main" id="{8B0DF083-2D4C-AC3A-C943-7059224337F6}"/>
              </a:ext>
            </a:extLst>
          </p:cNvPr>
          <p:cNvSpPr txBox="1">
            <a:spLocks/>
          </p:cNvSpPr>
          <p:nvPr/>
        </p:nvSpPr>
        <p:spPr>
          <a:xfrm>
            <a:off x="3784302" y="7182466"/>
            <a:ext cx="1959088" cy="234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36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ileron Bold"/>
                <a:ea typeface="+mn-ea"/>
                <a:cs typeface="+mn-cs"/>
              </a:rPr>
              <a:t>TAKIM KAPTANI</a:t>
            </a:r>
            <a:endParaRPr kumimoji="0" lang="en-US" sz="1436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ileron Bold"/>
              <a:ea typeface="+mn-ea"/>
              <a:cs typeface="+mn-cs"/>
            </a:endParaRPr>
          </a:p>
        </p:txBody>
      </p:sp>
      <p:sp>
        <p:nvSpPr>
          <p:cNvPr id="13" name="TextBox 66">
            <a:extLst>
              <a:ext uri="{FF2B5EF4-FFF2-40B4-BE49-F238E27FC236}">
                <a16:creationId xmlns:a16="http://schemas.microsoft.com/office/drawing/2014/main" id="{80453772-24BB-C475-DA30-DE5409DC1855}"/>
              </a:ext>
            </a:extLst>
          </p:cNvPr>
          <p:cNvSpPr txBox="1"/>
          <p:nvPr/>
        </p:nvSpPr>
        <p:spPr>
          <a:xfrm>
            <a:off x="8530137" y="5236376"/>
            <a:ext cx="1732974" cy="784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ileron"/>
                <a:ea typeface="+mn-ea"/>
                <a:cs typeface="+mn-cs"/>
              </a:rPr>
              <a:t>ÜYE 2         TAKIMDAKİ GÖREVİ EĞİTİM BİLGİSİ</a:t>
            </a:r>
          </a:p>
        </p:txBody>
      </p:sp>
      <p:sp>
        <p:nvSpPr>
          <p:cNvPr id="14" name="TextBox 67">
            <a:extLst>
              <a:ext uri="{FF2B5EF4-FFF2-40B4-BE49-F238E27FC236}">
                <a16:creationId xmlns:a16="http://schemas.microsoft.com/office/drawing/2014/main" id="{7016BA19-32A6-B290-BCE2-AEC8D3BA9353}"/>
              </a:ext>
            </a:extLst>
          </p:cNvPr>
          <p:cNvSpPr txBox="1"/>
          <p:nvPr/>
        </p:nvSpPr>
        <p:spPr>
          <a:xfrm>
            <a:off x="8530137" y="6629648"/>
            <a:ext cx="1732974" cy="784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ileron"/>
                <a:ea typeface="+mn-ea"/>
                <a:cs typeface="+mn-cs"/>
              </a:rPr>
              <a:t>ÜYE 3        TAKIMDAKİ GÖREVİ EĞİTİM BİLGİSİ</a:t>
            </a:r>
          </a:p>
        </p:txBody>
      </p:sp>
      <p:sp>
        <p:nvSpPr>
          <p:cNvPr id="15" name="TextBox 70">
            <a:extLst>
              <a:ext uri="{FF2B5EF4-FFF2-40B4-BE49-F238E27FC236}">
                <a16:creationId xmlns:a16="http://schemas.microsoft.com/office/drawing/2014/main" id="{D3597450-D782-6B61-75B2-DD2FCE299C7B}"/>
              </a:ext>
            </a:extLst>
          </p:cNvPr>
          <p:cNvSpPr txBox="1"/>
          <p:nvPr/>
        </p:nvSpPr>
        <p:spPr>
          <a:xfrm>
            <a:off x="13042228" y="3947516"/>
            <a:ext cx="1757927" cy="784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ileron"/>
                <a:ea typeface="+mn-ea"/>
                <a:cs typeface="+mn-cs"/>
              </a:rPr>
              <a:t>ÜYE </a:t>
            </a:r>
            <a:r>
              <a:rPr kumimoji="0" lang="tr-TR" sz="149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ileron"/>
                <a:ea typeface="+mn-ea"/>
                <a:cs typeface="+mn-cs"/>
              </a:rPr>
              <a:t>4</a:t>
            </a:r>
            <a:r>
              <a:rPr kumimoji="0" lang="en-US" sz="149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ileron"/>
                <a:ea typeface="+mn-ea"/>
                <a:cs typeface="+mn-cs"/>
              </a:rPr>
              <a:t>        TAKIMDAKİ GÖREVİ EĞİTİM BİLGİSİ</a:t>
            </a:r>
          </a:p>
        </p:txBody>
      </p:sp>
      <p:sp>
        <p:nvSpPr>
          <p:cNvPr id="16" name="TextBox 71">
            <a:extLst>
              <a:ext uri="{FF2B5EF4-FFF2-40B4-BE49-F238E27FC236}">
                <a16:creationId xmlns:a16="http://schemas.microsoft.com/office/drawing/2014/main" id="{30FEBC42-F8E9-373F-C249-3145CC9E4088}"/>
              </a:ext>
            </a:extLst>
          </p:cNvPr>
          <p:cNvSpPr txBox="1"/>
          <p:nvPr/>
        </p:nvSpPr>
        <p:spPr>
          <a:xfrm>
            <a:off x="13032002" y="5300665"/>
            <a:ext cx="1732974" cy="784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ileron"/>
                <a:ea typeface="+mn-ea"/>
                <a:cs typeface="+mn-cs"/>
              </a:rPr>
              <a:t>ÜYE </a:t>
            </a:r>
            <a:r>
              <a:rPr kumimoji="0" lang="tr-TR" sz="149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ileron"/>
                <a:ea typeface="+mn-ea"/>
                <a:cs typeface="+mn-cs"/>
              </a:rPr>
              <a:t>5</a:t>
            </a:r>
            <a:r>
              <a:rPr kumimoji="0" lang="en-US" sz="149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ileron"/>
                <a:ea typeface="+mn-ea"/>
                <a:cs typeface="+mn-cs"/>
              </a:rPr>
              <a:t>         TAKIMDAKİ GÖREVİ EĞİTİM BİLGİSİ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CD5EF3AF-AF19-A1F5-BDEA-764ED16219B4}"/>
              </a:ext>
            </a:extLst>
          </p:cNvPr>
          <p:cNvSpPr/>
          <p:nvPr/>
        </p:nvSpPr>
        <p:spPr>
          <a:xfrm>
            <a:off x="4101769" y="3876723"/>
            <a:ext cx="1302593" cy="1192708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F1CADE96-E4CC-F814-B4B0-86E4268DAE08}"/>
              </a:ext>
            </a:extLst>
          </p:cNvPr>
          <p:cNvSpPr/>
          <p:nvPr/>
        </p:nvSpPr>
        <p:spPr>
          <a:xfrm>
            <a:off x="4106125" y="5843312"/>
            <a:ext cx="1302593" cy="1192708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5C4492AC-AF5F-DF77-1499-85EB5240A0E9}"/>
              </a:ext>
            </a:extLst>
          </p:cNvPr>
          <p:cNvSpPr/>
          <p:nvPr/>
        </p:nvSpPr>
        <p:spPr>
          <a:xfrm>
            <a:off x="7315200" y="3924300"/>
            <a:ext cx="1106832" cy="101389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9B138ACC-4A8A-595C-80D5-D8232A1D3692}"/>
              </a:ext>
            </a:extLst>
          </p:cNvPr>
          <p:cNvSpPr/>
          <p:nvPr/>
        </p:nvSpPr>
        <p:spPr>
          <a:xfrm>
            <a:off x="7315200" y="5277386"/>
            <a:ext cx="1106832" cy="101389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B07796D0-C95F-36D3-4F2D-95473D214482}"/>
              </a:ext>
            </a:extLst>
          </p:cNvPr>
          <p:cNvSpPr/>
          <p:nvPr/>
        </p:nvSpPr>
        <p:spPr>
          <a:xfrm>
            <a:off x="7315200" y="6631423"/>
            <a:ext cx="1106832" cy="101389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FEC392A7-28BC-A3CA-1AE0-E737C697F206}"/>
              </a:ext>
            </a:extLst>
          </p:cNvPr>
          <p:cNvSpPr/>
          <p:nvPr/>
        </p:nvSpPr>
        <p:spPr>
          <a:xfrm>
            <a:off x="11704875" y="3925227"/>
            <a:ext cx="1106832" cy="101389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9093B8A5-F1C2-AB00-70DF-93CA0C048E30}"/>
              </a:ext>
            </a:extLst>
          </p:cNvPr>
          <p:cNvSpPr/>
          <p:nvPr/>
        </p:nvSpPr>
        <p:spPr>
          <a:xfrm>
            <a:off x="11700676" y="5250029"/>
            <a:ext cx="1106832" cy="101389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Freeform 40">
            <a:extLst>
              <a:ext uri="{FF2B5EF4-FFF2-40B4-BE49-F238E27FC236}">
                <a16:creationId xmlns:a16="http://schemas.microsoft.com/office/drawing/2014/main" id="{86477E56-9D72-8915-66D4-73EEB1CF3EC2}"/>
              </a:ext>
            </a:extLst>
          </p:cNvPr>
          <p:cNvSpPr/>
          <p:nvPr/>
        </p:nvSpPr>
        <p:spPr>
          <a:xfrm rot="5400000">
            <a:off x="6371208" y="6960820"/>
            <a:ext cx="173874" cy="150401"/>
          </a:xfrm>
          <a:custGeom>
            <a:avLst/>
            <a:gdLst/>
            <a:ahLst/>
            <a:cxnLst/>
            <a:rect l="l" t="t" r="r" b="b"/>
            <a:pathLst>
              <a:path w="173874" h="150401">
                <a:moveTo>
                  <a:pt x="0" y="0"/>
                </a:moveTo>
                <a:lnTo>
                  <a:pt x="173874" y="0"/>
                </a:lnTo>
                <a:lnTo>
                  <a:pt x="173874" y="150401"/>
                </a:lnTo>
                <a:lnTo>
                  <a:pt x="0" y="150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Freeform 41">
            <a:extLst>
              <a:ext uri="{FF2B5EF4-FFF2-40B4-BE49-F238E27FC236}">
                <a16:creationId xmlns:a16="http://schemas.microsoft.com/office/drawing/2014/main" id="{CC9D86DC-9A0E-BA66-132F-3CC928889916}"/>
              </a:ext>
            </a:extLst>
          </p:cNvPr>
          <p:cNvSpPr/>
          <p:nvPr/>
        </p:nvSpPr>
        <p:spPr>
          <a:xfrm rot="5400000">
            <a:off x="6396380" y="5553463"/>
            <a:ext cx="173874" cy="150401"/>
          </a:xfrm>
          <a:custGeom>
            <a:avLst/>
            <a:gdLst/>
            <a:ahLst/>
            <a:cxnLst/>
            <a:rect l="l" t="t" r="r" b="b"/>
            <a:pathLst>
              <a:path w="173874" h="150401">
                <a:moveTo>
                  <a:pt x="0" y="0"/>
                </a:moveTo>
                <a:lnTo>
                  <a:pt x="173874" y="0"/>
                </a:lnTo>
                <a:lnTo>
                  <a:pt x="173874" y="150401"/>
                </a:lnTo>
                <a:lnTo>
                  <a:pt x="0" y="150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Freeform 42">
            <a:extLst>
              <a:ext uri="{FF2B5EF4-FFF2-40B4-BE49-F238E27FC236}">
                <a16:creationId xmlns:a16="http://schemas.microsoft.com/office/drawing/2014/main" id="{A69D2965-0F01-B4F0-952A-A538BBA9FC35}"/>
              </a:ext>
            </a:extLst>
          </p:cNvPr>
          <p:cNvSpPr/>
          <p:nvPr/>
        </p:nvSpPr>
        <p:spPr>
          <a:xfrm rot="5400000">
            <a:off x="6396380" y="4310940"/>
            <a:ext cx="173874" cy="150401"/>
          </a:xfrm>
          <a:custGeom>
            <a:avLst/>
            <a:gdLst/>
            <a:ahLst/>
            <a:cxnLst/>
            <a:rect l="l" t="t" r="r" b="b"/>
            <a:pathLst>
              <a:path w="173874" h="150401">
                <a:moveTo>
                  <a:pt x="0" y="0"/>
                </a:moveTo>
                <a:lnTo>
                  <a:pt x="173874" y="0"/>
                </a:lnTo>
                <a:lnTo>
                  <a:pt x="173874" y="150401"/>
                </a:lnTo>
                <a:lnTo>
                  <a:pt x="0" y="150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Düz Bağlayıcı 26">
            <a:extLst>
              <a:ext uri="{FF2B5EF4-FFF2-40B4-BE49-F238E27FC236}">
                <a16:creationId xmlns:a16="http://schemas.microsoft.com/office/drawing/2014/main" id="{5109290E-A593-03F9-A40A-7F0981769496}"/>
              </a:ext>
            </a:extLst>
          </p:cNvPr>
          <p:cNvCxnSpPr/>
          <p:nvPr/>
        </p:nvCxnSpPr>
        <p:spPr>
          <a:xfrm flipH="1">
            <a:off x="6301732" y="4172142"/>
            <a:ext cx="27083" cy="42655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üz Bağlayıcı 27">
            <a:extLst>
              <a:ext uri="{FF2B5EF4-FFF2-40B4-BE49-F238E27FC236}">
                <a16:creationId xmlns:a16="http://schemas.microsoft.com/office/drawing/2014/main" id="{FFF38E80-45F2-0B4D-4E07-552B85788E3E}"/>
              </a:ext>
            </a:extLst>
          </p:cNvPr>
          <p:cNvCxnSpPr/>
          <p:nvPr/>
        </p:nvCxnSpPr>
        <p:spPr>
          <a:xfrm flipH="1">
            <a:off x="4669385" y="8472731"/>
            <a:ext cx="1632347" cy="64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üz Bağlayıcı 28">
            <a:extLst>
              <a:ext uri="{FF2B5EF4-FFF2-40B4-BE49-F238E27FC236}">
                <a16:creationId xmlns:a16="http://schemas.microsoft.com/office/drawing/2014/main" id="{6CC08668-86F9-97CB-BEA6-3F5DD935B3EB}"/>
              </a:ext>
            </a:extLst>
          </p:cNvPr>
          <p:cNvCxnSpPr/>
          <p:nvPr/>
        </p:nvCxnSpPr>
        <p:spPr>
          <a:xfrm flipV="1">
            <a:off x="4669385" y="7631795"/>
            <a:ext cx="0" cy="854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kış Çizelgesi: Bağlayıcı 88">
            <a:extLst>
              <a:ext uri="{FF2B5EF4-FFF2-40B4-BE49-F238E27FC236}">
                <a16:creationId xmlns:a16="http://schemas.microsoft.com/office/drawing/2014/main" id="{4E30A670-29AB-8586-077C-6F7D6D88CD3B}"/>
              </a:ext>
            </a:extLst>
          </p:cNvPr>
          <p:cNvSpPr/>
          <p:nvPr/>
        </p:nvSpPr>
        <p:spPr>
          <a:xfrm>
            <a:off x="4561285" y="7523780"/>
            <a:ext cx="184827" cy="200549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Akış Çizelgesi: Bağlayıcı 89">
            <a:extLst>
              <a:ext uri="{FF2B5EF4-FFF2-40B4-BE49-F238E27FC236}">
                <a16:creationId xmlns:a16="http://schemas.microsoft.com/office/drawing/2014/main" id="{F2ADC5C2-CACC-D17D-DF86-090E8AA67B3F}"/>
              </a:ext>
            </a:extLst>
          </p:cNvPr>
          <p:cNvSpPr/>
          <p:nvPr/>
        </p:nvSpPr>
        <p:spPr>
          <a:xfrm>
            <a:off x="6203483" y="4004446"/>
            <a:ext cx="184827" cy="200549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Freeform 42">
            <a:extLst>
              <a:ext uri="{FF2B5EF4-FFF2-40B4-BE49-F238E27FC236}">
                <a16:creationId xmlns:a16="http://schemas.microsoft.com/office/drawing/2014/main" id="{F515C086-610C-ABA2-296F-82765867D5C2}"/>
              </a:ext>
            </a:extLst>
          </p:cNvPr>
          <p:cNvSpPr/>
          <p:nvPr/>
        </p:nvSpPr>
        <p:spPr>
          <a:xfrm rot="5400000">
            <a:off x="10958674" y="4367903"/>
            <a:ext cx="173874" cy="150401"/>
          </a:xfrm>
          <a:custGeom>
            <a:avLst/>
            <a:gdLst/>
            <a:ahLst/>
            <a:cxnLst/>
            <a:rect l="l" t="t" r="r" b="b"/>
            <a:pathLst>
              <a:path w="173874" h="150401">
                <a:moveTo>
                  <a:pt x="0" y="0"/>
                </a:moveTo>
                <a:lnTo>
                  <a:pt x="173874" y="0"/>
                </a:lnTo>
                <a:lnTo>
                  <a:pt x="173874" y="150401"/>
                </a:lnTo>
                <a:lnTo>
                  <a:pt x="0" y="150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42">
            <a:extLst>
              <a:ext uri="{FF2B5EF4-FFF2-40B4-BE49-F238E27FC236}">
                <a16:creationId xmlns:a16="http://schemas.microsoft.com/office/drawing/2014/main" id="{0E5524B8-3702-FD34-DE8C-86863DADE9D3}"/>
              </a:ext>
            </a:extLst>
          </p:cNvPr>
          <p:cNvSpPr/>
          <p:nvPr/>
        </p:nvSpPr>
        <p:spPr>
          <a:xfrm rot="5400000">
            <a:off x="10943430" y="5640400"/>
            <a:ext cx="173874" cy="150401"/>
          </a:xfrm>
          <a:custGeom>
            <a:avLst/>
            <a:gdLst/>
            <a:ahLst/>
            <a:cxnLst/>
            <a:rect l="l" t="t" r="r" b="b"/>
            <a:pathLst>
              <a:path w="173874" h="150401">
                <a:moveTo>
                  <a:pt x="0" y="0"/>
                </a:moveTo>
                <a:lnTo>
                  <a:pt x="173874" y="0"/>
                </a:lnTo>
                <a:lnTo>
                  <a:pt x="173874" y="150401"/>
                </a:lnTo>
                <a:lnTo>
                  <a:pt x="0" y="150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7BDCA584-09B8-B63E-B0A8-4821139BA2DE}"/>
              </a:ext>
            </a:extLst>
          </p:cNvPr>
          <p:cNvSpPr txBox="1">
            <a:spLocks/>
          </p:cNvSpPr>
          <p:nvPr/>
        </p:nvSpPr>
        <p:spPr>
          <a:xfrm>
            <a:off x="2850642" y="255421"/>
            <a:ext cx="1242647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3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399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PROJE TAKIMI VE GÖREV PAYLAŞIMI</a:t>
            </a:r>
          </a:p>
        </p:txBody>
      </p:sp>
      <p:sp>
        <p:nvSpPr>
          <p:cNvPr id="2" name="TextBox 114">
            <a:extLst>
              <a:ext uri="{FF2B5EF4-FFF2-40B4-BE49-F238E27FC236}">
                <a16:creationId xmlns:a16="http://schemas.microsoft.com/office/drawing/2014/main" id="{39FF2FBA-F126-DE3D-0B99-F3929B84BB38}"/>
              </a:ext>
            </a:extLst>
          </p:cNvPr>
          <p:cNvSpPr txBox="1">
            <a:spLocks/>
          </p:cNvSpPr>
          <p:nvPr/>
        </p:nvSpPr>
        <p:spPr>
          <a:xfrm>
            <a:off x="2438400" y="9486900"/>
            <a:ext cx="7994957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202</a:t>
            </a: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 TEKNOFEST</a:t>
            </a: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     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YARIŞMASI </a:t>
            </a:r>
          </a:p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.......................... SEVİYESİ </a:t>
            </a: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FİNAL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 SUNUMU</a:t>
            </a:r>
          </a:p>
        </p:txBody>
      </p:sp>
    </p:spTree>
    <p:extLst>
      <p:ext uri="{BB962C8B-B14F-4D97-AF65-F5344CB8AC3E}">
        <p14:creationId xmlns:p14="http://schemas.microsoft.com/office/powerpoint/2010/main" val="2379912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4">
            <a:extLst>
              <a:ext uri="{FF2B5EF4-FFF2-40B4-BE49-F238E27FC236}">
                <a16:creationId xmlns:a16="http://schemas.microsoft.com/office/drawing/2014/main" id="{D6AB0576-CB63-1468-DD5C-C905FFC39EA3}"/>
              </a:ext>
            </a:extLst>
          </p:cNvPr>
          <p:cNvSpPr txBox="1">
            <a:spLocks/>
          </p:cNvSpPr>
          <p:nvPr/>
        </p:nvSpPr>
        <p:spPr>
          <a:xfrm>
            <a:off x="2438400" y="9486900"/>
            <a:ext cx="7994957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202</a:t>
            </a: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 TEKNOFEST </a:t>
            </a: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        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YARIŞMASI </a:t>
            </a:r>
          </a:p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.......................... SEVİYESİ </a:t>
            </a: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FİNAL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 SUNUMU</a:t>
            </a:r>
          </a:p>
        </p:txBody>
      </p:sp>
    </p:spTree>
    <p:extLst>
      <p:ext uri="{BB962C8B-B14F-4D97-AF65-F5344CB8AC3E}">
        <p14:creationId xmlns:p14="http://schemas.microsoft.com/office/powerpoint/2010/main" val="217695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A058EC38-C65F-7791-953B-7632C7A9FE8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814152" y="315724"/>
            <a:ext cx="10715094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en-US" sz="6399" dirty="0">
                <a:solidFill>
                  <a:srgbClr val="1A426A"/>
                </a:solidFill>
                <a:latin typeface="Active Heart"/>
              </a:rPr>
              <a:t>TEŞEKKÜRLER</a:t>
            </a:r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5D7C1AC8-18DC-616A-DBB8-EC860554EB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1959" y="1569260"/>
            <a:ext cx="9516598" cy="6399912"/>
          </a:xfrm>
          <a:custGeom>
            <a:avLst/>
            <a:gdLst/>
            <a:ahLst/>
            <a:cxnLst/>
            <a:rect l="l" t="t" r="r" b="b"/>
            <a:pathLst>
              <a:path w="9516598" h="6399912">
                <a:moveTo>
                  <a:pt x="0" y="0"/>
                </a:moveTo>
                <a:lnTo>
                  <a:pt x="9516597" y="0"/>
                </a:lnTo>
                <a:lnTo>
                  <a:pt x="9516597" y="6399912"/>
                </a:lnTo>
                <a:lnTo>
                  <a:pt x="0" y="63999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114">
            <a:extLst>
              <a:ext uri="{FF2B5EF4-FFF2-40B4-BE49-F238E27FC236}">
                <a16:creationId xmlns:a16="http://schemas.microsoft.com/office/drawing/2014/main" id="{FE315935-E398-DB54-55AE-6E1D5FCB2935}"/>
              </a:ext>
            </a:extLst>
          </p:cNvPr>
          <p:cNvSpPr txBox="1">
            <a:spLocks/>
          </p:cNvSpPr>
          <p:nvPr/>
        </p:nvSpPr>
        <p:spPr>
          <a:xfrm>
            <a:off x="2438400" y="9486900"/>
            <a:ext cx="7994957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202</a:t>
            </a: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 TEKNOFEST </a:t>
            </a: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      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YARIŞMASI </a:t>
            </a:r>
          </a:p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.......................... SEVİYESİ </a:t>
            </a: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FİNAL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426A"/>
                </a:solidFill>
                <a:effectLst/>
                <a:uLnTx/>
                <a:uFillTx/>
                <a:latin typeface="Active Heart"/>
                <a:ea typeface="+mn-ea"/>
                <a:cs typeface="+mn-cs"/>
              </a:rPr>
              <a:t> SUNUMU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05032739-E492-0081-93A1-C244776C5F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2484"/>
            <a:ext cx="769620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907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116</Words>
  <Application>Microsoft Office PowerPoint</Application>
  <PresentationFormat>Özel</PresentationFormat>
  <Paragraphs>29</Paragraphs>
  <Slides>4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13" baseType="lpstr">
      <vt:lpstr>Aileron</vt:lpstr>
      <vt:lpstr>Calibri</vt:lpstr>
      <vt:lpstr>Active Heart</vt:lpstr>
      <vt:lpstr>Arial Black</vt:lpstr>
      <vt:lpstr>Aptos</vt:lpstr>
      <vt:lpstr>Aileron Bold</vt:lpstr>
      <vt:lpstr>Aileron Ultra-Bold</vt:lpstr>
      <vt:lpstr>Arial</vt:lpstr>
      <vt:lpstr>1_Office Theme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SUNUM ŞABLONU</dc:title>
  <dc:creator>TEKNOFEST</dc:creator>
  <cp:lastModifiedBy>T3 Vakfı</cp:lastModifiedBy>
  <cp:revision>37</cp:revision>
  <dcterms:created xsi:type="dcterms:W3CDTF">2006-08-16T00:00:00Z</dcterms:created>
  <dcterms:modified xsi:type="dcterms:W3CDTF">2026-09-10T08:10:10Z</dcterms:modified>
  <dc:identifier>DAGDnxWSptA</dc:identifier>
</cp:coreProperties>
</file>